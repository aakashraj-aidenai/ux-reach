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ac6965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ac6965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eac6965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eac6965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eac6965d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eac6965d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eac6965d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eac6965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eac6965d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eac6965d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eac6965d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eac6965d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ac6965d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ac6965d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eac6965d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eac6965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eac6965d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eac6965d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eac6965d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eac6965d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eac6965d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eac6965d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